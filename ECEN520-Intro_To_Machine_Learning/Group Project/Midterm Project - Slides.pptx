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db391dcca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db391dcca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dbf496b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dbf496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dbf496b2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dbf496b2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db391dcca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db391dcca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db391dcca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db391dcca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dbf496b2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dbf496b2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db391dcca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db391dcca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b391dcca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db391dcca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db391dcca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db391dcca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db391dcca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db391dcca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db391dcca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db391dcca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db391dcca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db391dcca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hatgpt.com/" TargetMode="External"/><Relationship Id="rId4" Type="http://schemas.openxmlformats.org/officeDocument/2006/relationships/hyperlink" Target="https://scikit-learn.org/stable/modules/generated/sklearn.neighbors.KNeighborsClassifi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Analyzing Wearable Sensor Data for Occupational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Risk Analysis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Montserrat"/>
                <a:ea typeface="Montserrat"/>
                <a:cs typeface="Montserrat"/>
                <a:sym typeface="Montserrat"/>
              </a:rPr>
              <a:t>By Clayton Wiley, </a:t>
            </a:r>
            <a:r>
              <a:rPr lang="en" sz="4000">
                <a:latin typeface="Montserrat"/>
                <a:ea typeface="Montserrat"/>
                <a:cs typeface="Montserrat"/>
                <a:sym typeface="Montserrat"/>
              </a:rPr>
              <a:t>Dylan Thornburg, </a:t>
            </a:r>
            <a:r>
              <a:rPr lang="en" sz="4000">
                <a:latin typeface="Montserrat"/>
                <a:ea typeface="Montserrat"/>
                <a:cs typeface="Montserrat"/>
                <a:sym typeface="Montserrat"/>
              </a:rPr>
              <a:t>and Zack Boyle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EMG sensors to observe strain on muscles during lifting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Sensors on deltoids &amp; biceps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Logistic Regression, Decision Tree, and K-Nearest Neighbors models to classify lifts </a:t>
            </a:r>
            <a:endParaRPr sz="18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950" y="2846800"/>
            <a:ext cx="4085051" cy="22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2 participants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2-state independent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Time series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4 Sensors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Electromyography meter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Gyroscope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Accelerometer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20 repetitions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4-second intervals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650" y="1380875"/>
            <a:ext cx="4267201" cy="264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Remove unused sensor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Remove </a:t>
            </a:r>
            <a:r>
              <a:rPr lang="en"/>
              <a:t>redundant time columns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Organize data 4-second intervals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Feature engineering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Hypotheses</a:t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80013"/>
            <a:ext cx="4267199" cy="318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Screenshot 2025-05-26 at 22.44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825" y="3317325"/>
            <a:ext cx="3562086" cy="8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Classify our data with three different models, see which one scores the best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Did not use Naive Bayes because it is predicated on independent 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Did not use Random Forest because our dataset was not large enough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Models scored with F1-score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want our models to have the lowest amount of false positive and false negatives as possible</a:t>
            </a:r>
            <a:endParaRPr sz="1800"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25" y="2028175"/>
            <a:ext cx="5791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</a:t>
            </a:r>
            <a:endParaRPr/>
          </a:p>
        </p:txBody>
      </p:sp>
      <p:pic>
        <p:nvPicPr>
          <p:cNvPr id="176" name="Google Shape;176;p19" title="Screenshot 2025-05-26 at 22.54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875" y="321263"/>
            <a:ext cx="2484450" cy="450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Means tend to be 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Mins tend to be similar to maxes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Results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6048900" y="1307850"/>
            <a:ext cx="2287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 false positives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 false negatives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90% accuracy is pretty good </a:t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3749901" cy="34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Results</a:t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6048900" y="1307850"/>
            <a:ext cx="2287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one false </a:t>
            </a:r>
            <a:r>
              <a:rPr lang="en"/>
              <a:t>positive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Four false negatives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76% is quite bad, and so is an f1 of 75.9%</a:t>
            </a:r>
            <a:endParaRPr/>
          </a:p>
        </p:txBody>
      </p:sp>
      <p:pic>
        <p:nvPicPr>
          <p:cNvPr id="191" name="Google Shape;191;p21" title="DT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200" y="1307850"/>
            <a:ext cx="4397176" cy="34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 Results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6048900" y="1307850"/>
            <a:ext cx="2287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one false positive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false negatives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accurate model at 95%</a:t>
            </a:r>
            <a:endParaRPr/>
          </a:p>
        </p:txBody>
      </p:sp>
      <p:pic>
        <p:nvPicPr>
          <p:cNvPr id="198" name="Google Shape;198;p22" title="KNN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4453950" cy="34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Discussing The Results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Logistic Regression struggled with nonlinear EMG patterns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Decision Tree likely overfit due to small dataset 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KNN worked well with clustered, non-linear features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Performance influenced by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300"/>
              <a:t>Small sample size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Features such as mean, RMS, min, max, standard deviation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KNN was best, but not flawless &amp; future data could change outcomes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KNN was the most accurate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we’d change if we did this experiment again: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 a larger dataset to reduce overfitting and make more complex models, such as decision trees,  viable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Try using a convolutional </a:t>
            </a:r>
            <a:r>
              <a:rPr lang="en"/>
              <a:t>neural</a:t>
            </a:r>
            <a:r>
              <a:rPr lang="en"/>
              <a:t> network (CNN) as they’re what’s typically used for image and signal data which means they could be effective for classifying EMG data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16" name="Google Shape;216;p25"/>
          <p:cNvSpPr txBox="1"/>
          <p:nvPr>
            <p:ph idx="1" type="body"/>
          </p:nvPr>
        </p:nvSpPr>
        <p:spPr>
          <a:xfrm>
            <a:off x="1297500" y="1567550"/>
            <a:ext cx="70389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 S. M. Miah, N. Hassan, Md. Maniruzzaman, N. Asai, and J. Shin, “EMG based hand gesture recognition through diverse domain feature enhancement and machine learning-based approach,” arXiv.org, https://arxiv.org/abs/2408.13723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GeeksforGeeks, “Overfitting in Decision Tree Models,” GeeksforGeeks, May 02, 2024. https://www.geeksforgeeks.org/overfitting-in-decision-tree-models/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OpenAI, “ChatGPT,” ChatGPT, Nov. 30, 2022.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https://chatgpt.com/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scikit-learn, “sklearn.neighbors.KNeighborsClassifier — scikit-learn 0.22.1 documentation,” Scikit-learn.org, 2019.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https://scikit-learn.org/stable/modules/generated/sklearn.neighbors.KNeighborsClassifier.html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